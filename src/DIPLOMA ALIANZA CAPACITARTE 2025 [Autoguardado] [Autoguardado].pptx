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letter"/>
  <p:notesSz cx="7102475" cy="9388475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3" y="-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84BC7921-E65E-40D5-8151-C4F7323AF495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60AF840F-4A27-46E5-8EDF-D6CB6E1E118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609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840F-4A27-46E5-8EDF-D6CB6E1E1187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78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209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338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057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072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994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226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50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482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51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869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795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BBD2D-89AC-B64F-8F8D-C86FBFC7647C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4B008-B357-CF43-AF3D-CC6929C119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634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 de texto 5">
            <a:extLst>
              <a:ext uri="{FF2B5EF4-FFF2-40B4-BE49-F238E27FC236}">
                <a16:creationId xmlns:a16="http://schemas.microsoft.com/office/drawing/2014/main" id="{8A62E2BC-D589-B74C-9DCA-C0ECFFE3D815}"/>
              </a:ext>
            </a:extLst>
          </p:cNvPr>
          <p:cNvSpPr txBox="1"/>
          <p:nvPr/>
        </p:nvSpPr>
        <p:spPr>
          <a:xfrm>
            <a:off x="1530639" y="1817100"/>
            <a:ext cx="5984962" cy="65913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ALIANZA CAPACITARTE</a:t>
            </a:r>
            <a:endParaRPr lang="es-CO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 de texto 6">
            <a:extLst>
              <a:ext uri="{FF2B5EF4-FFF2-40B4-BE49-F238E27FC236}">
                <a16:creationId xmlns:a16="http://schemas.microsoft.com/office/drawing/2014/main" id="{ED278BAF-D874-AD42-925E-7A44218928D7}"/>
              </a:ext>
            </a:extLst>
          </p:cNvPr>
          <p:cNvSpPr txBox="1"/>
          <p:nvPr/>
        </p:nvSpPr>
        <p:spPr>
          <a:xfrm>
            <a:off x="775970" y="2369963"/>
            <a:ext cx="7592060" cy="49247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 CUMPLIMIENTO CON LOS REQUISITOS LEGALES ESTABLECIDOS EN LOS ARTICULO 2, 6, 8 DEL DECRETO 1075 DE MAYO 26 DE 2015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s-ES" sz="1200" i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 de texto 8">
            <a:extLst>
              <a:ext uri="{FF2B5EF4-FFF2-40B4-BE49-F238E27FC236}">
                <a16:creationId xmlns:a16="http://schemas.microsoft.com/office/drawing/2014/main" id="{F97390F5-A3AF-6E47-BE0E-D033F31CCC5A}"/>
              </a:ext>
            </a:extLst>
          </p:cNvPr>
          <p:cNvSpPr txBox="1"/>
          <p:nvPr/>
        </p:nvSpPr>
        <p:spPr>
          <a:xfrm>
            <a:off x="856172" y="2820845"/>
            <a:ext cx="7301230" cy="70848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s-ES" sz="1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HACE CONSTAR QUE:</a:t>
            </a:r>
            <a:br>
              <a:rPr lang="es-ES" sz="1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ES" sz="1400" b="1" i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</a:pPr>
            <a:r>
              <a:rPr lang="es-E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Jhon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Fredy Castro Salgado </a:t>
            </a:r>
            <a:br>
              <a:rPr lang="es-CO" b="1" dirty="0">
                <a:ea typeface="Calibri"/>
                <a:cs typeface="Calibri"/>
                <a:sym typeface="Calibri"/>
              </a:rPr>
            </a:br>
            <a:r>
              <a:rPr lang="es-CO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1600" dirty="0">
                <a:effectLst/>
                <a:ea typeface="Calibri"/>
                <a:cs typeface="Times New Roman"/>
              </a:rPr>
              <a:t>Documento de identificació</a:t>
            </a:r>
            <a:r>
              <a:rPr lang="es-CO" sz="1600" dirty="0">
                <a:ea typeface="Calibri"/>
                <a:cs typeface="Times New Roman"/>
              </a:rPr>
              <a:t>n: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1067293242</a:t>
            </a:r>
            <a:r>
              <a:rPr lang="es-CO" sz="1600" b="1" dirty="0">
                <a:ea typeface="Calibri"/>
                <a:cs typeface="Calibri"/>
                <a:sym typeface="Calibri"/>
              </a:rPr>
              <a:t>  </a:t>
            </a:r>
            <a:r>
              <a:rPr lang="es-ES" sz="16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algn="ctr">
              <a:lnSpc>
                <a:spcPct val="107000"/>
              </a:lnSpc>
            </a:pPr>
            <a:r>
              <a:rPr lang="es-CO" sz="1600" b="1" dirty="0">
                <a:ea typeface="Calibri"/>
                <a:cs typeface="Calibri"/>
                <a:sym typeface="Calibri"/>
              </a:rPr>
              <a:t> </a:t>
            </a:r>
          </a:p>
          <a:p>
            <a:pPr algn="ctr">
              <a:lnSpc>
                <a:spcPct val="107000"/>
              </a:lnSpc>
            </a:pPr>
            <a:endParaRPr lang="es-CO" sz="1600" b="1" dirty="0">
              <a:ea typeface="Calibri"/>
              <a:cs typeface="Times New Roman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s-CO" sz="1600" dirty="0"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CO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 de texto 10">
            <a:extLst>
              <a:ext uri="{FF2B5EF4-FFF2-40B4-BE49-F238E27FC236}">
                <a16:creationId xmlns:a16="http://schemas.microsoft.com/office/drawing/2014/main" id="{9AE47650-BF36-4A46-9BE7-3635FDC0441B}"/>
              </a:ext>
            </a:extLst>
          </p:cNvPr>
          <p:cNvSpPr txBox="1"/>
          <p:nvPr/>
        </p:nvSpPr>
        <p:spPr>
          <a:xfrm>
            <a:off x="0" y="4038966"/>
            <a:ext cx="8700379" cy="33045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Asistió y Aprobó el Diplomado En Auxiliar de Bodega y Gestión de Inventarios</a:t>
            </a:r>
            <a:endParaRPr lang="es-CO" sz="10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 de texto 11">
            <a:extLst>
              <a:ext uri="{FF2B5EF4-FFF2-40B4-BE49-F238E27FC236}">
                <a16:creationId xmlns:a16="http://schemas.microsoft.com/office/drawing/2014/main" id="{1C1F8AD8-BC05-F442-ABD6-82F674FBD683}"/>
              </a:ext>
            </a:extLst>
          </p:cNvPr>
          <p:cNvSpPr txBox="1"/>
          <p:nvPr/>
        </p:nvSpPr>
        <p:spPr>
          <a:xfrm>
            <a:off x="876313" y="4369419"/>
            <a:ext cx="6580909" cy="40957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1600" b="1" dirty="0"/>
              <a:t>               </a:t>
            </a:r>
            <a:r>
              <a:rPr lang="es-ES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es-CO" sz="1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 de texto 13">
            <a:extLst>
              <a:ext uri="{FF2B5EF4-FFF2-40B4-BE49-F238E27FC236}">
                <a16:creationId xmlns:a16="http://schemas.microsoft.com/office/drawing/2014/main" id="{A4C6A63F-1D9C-6048-BBB1-284359D5B358}"/>
              </a:ext>
            </a:extLst>
          </p:cNvPr>
          <p:cNvSpPr txBox="1"/>
          <p:nvPr/>
        </p:nvSpPr>
        <p:spPr>
          <a:xfrm>
            <a:off x="1579518" y="4574206"/>
            <a:ext cx="6345267" cy="115041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s-E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s-ES" sz="12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INICIO 16-</a:t>
            </a:r>
            <a:r>
              <a:rPr lang="es-ES" sz="1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10-2025</a:t>
            </a:r>
            <a:r>
              <a:rPr lang="es-E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s-ES" sz="12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FINALIZO</a:t>
            </a:r>
            <a:r>
              <a:rPr lang="es-E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08</a:t>
            </a:r>
            <a:r>
              <a:rPr lang="es-ES" sz="12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-01-2026</a:t>
            </a:r>
            <a:r>
              <a:rPr lang="es-CO" sz="11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s-ES" sz="12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DURACION DE  120</a:t>
            </a:r>
            <a:r>
              <a:rPr lang="es-ES" sz="1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2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HORAS </a:t>
            </a:r>
          </a:p>
          <a:p>
            <a:pPr algn="ctr">
              <a:lnSpc>
                <a:spcPct val="107000"/>
              </a:lnSpc>
            </a:pPr>
            <a:r>
              <a:rPr lang="es-ES" sz="11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 testimonio de lo anterior, se firma el presente en Medellín, a los </a:t>
            </a:r>
            <a:r>
              <a:rPr lang="es-ES" sz="1100" i="1" dirty="0">
                <a:ea typeface="Calibri" panose="020F0502020204030204" pitchFamily="34" charset="0"/>
                <a:cs typeface="Times New Roman" panose="02020603050405020304" pitchFamily="18" charset="0"/>
              </a:rPr>
              <a:t>08 </a:t>
            </a:r>
            <a:r>
              <a:rPr lang="es-ES" sz="11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días del mes de </a:t>
            </a:r>
            <a:r>
              <a:rPr lang="es-ES" sz="1100" i="1" dirty="0">
                <a:ea typeface="Calibri" panose="020F0502020204030204" pitchFamily="34" charset="0"/>
                <a:cs typeface="Times New Roman" panose="02020603050405020304" pitchFamily="18" charset="0"/>
              </a:rPr>
              <a:t>Enero </a:t>
            </a:r>
            <a:r>
              <a:rPr lang="es-ES" sz="11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del</a:t>
            </a:r>
            <a:r>
              <a:rPr lang="es-ES" sz="11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</a:p>
          <a:p>
            <a:pPr algn="ctr">
              <a:lnSpc>
                <a:spcPct val="107000"/>
              </a:lnSpc>
            </a:pPr>
            <a:r>
              <a:rPr lang="es-ES" sz="105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Registrado en el libro de constancias No </a:t>
            </a:r>
            <a:r>
              <a:rPr lang="es-ES" sz="1050" b="1" dirty="0">
                <a:ea typeface="Calibri" panose="020F0502020204030204" pitchFamily="34" charset="0"/>
                <a:cs typeface="Times New Roman" panose="02020603050405020304" pitchFamily="18" charset="0"/>
              </a:rPr>
              <a:t>010</a:t>
            </a:r>
            <a:r>
              <a:rPr lang="es-ES" sz="105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folio </a:t>
            </a:r>
            <a:r>
              <a:rPr lang="es-ES" sz="105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130 </a:t>
            </a:r>
            <a:r>
              <a:rPr lang="es-ES" sz="105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 fecha </a:t>
            </a:r>
            <a:r>
              <a:rPr lang="es-ES" sz="105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(08</a:t>
            </a:r>
            <a:r>
              <a:rPr lang="es-ES" sz="1050" b="1" dirty="0">
                <a:ea typeface="Calibri" panose="020F0502020204030204" pitchFamily="34" charset="0"/>
                <a:cs typeface="Times New Roman" panose="02020603050405020304" pitchFamily="18" charset="0"/>
              </a:rPr>
              <a:t>/01/2026</a:t>
            </a:r>
            <a:r>
              <a:rPr lang="es-ES" sz="105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CO" sz="105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s-ES" sz="105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 más información </a:t>
            </a:r>
            <a:r>
              <a:rPr lang="es-ES" sz="1050" dirty="0">
                <a:ea typeface="Calibri" panose="020F0502020204030204" pitchFamily="34" charset="0"/>
                <a:cs typeface="Times New Roman" panose="02020603050405020304" pitchFamily="18" charset="0"/>
              </a:rPr>
              <a:t>3012307470</a:t>
            </a:r>
            <a:r>
              <a:rPr lang="es-CO" sz="1050" dirty="0">
                <a:ea typeface="Calibri" panose="020F0502020204030204" pitchFamily="34" charset="0"/>
                <a:cs typeface="Times New Roman" panose="02020603050405020304" pitchFamily="18" charset="0"/>
              </a:rPr>
              <a:t> correo </a:t>
            </a:r>
            <a:r>
              <a:rPr lang="es-ES" sz="105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alianzapacitarte@gmail.com</a:t>
            </a:r>
            <a:endParaRPr lang="es-CO" sz="105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</a:pPr>
            <a:endParaRPr lang="es-CO" sz="105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 de texto 7">
            <a:extLst>
              <a:ext uri="{FF2B5EF4-FFF2-40B4-BE49-F238E27FC236}">
                <a16:creationId xmlns:a16="http://schemas.microsoft.com/office/drawing/2014/main" id="{D0916727-FE57-6B48-99A1-80BCDA405CB2}"/>
              </a:ext>
            </a:extLst>
          </p:cNvPr>
          <p:cNvSpPr txBox="1"/>
          <p:nvPr/>
        </p:nvSpPr>
        <p:spPr>
          <a:xfrm>
            <a:off x="552451" y="5728166"/>
            <a:ext cx="8686800" cy="70929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dirty="0">
                <a:effectLst/>
                <a:latin typeface="Freestyle Script" panose="030804020302050B0404" pitchFamily="66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</a:t>
            </a:r>
            <a:b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lang="es-E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 Sandra Milena Mazo NIT 1017174588-8</a:t>
            </a:r>
            <a:br>
              <a:rPr lang="es-ES" sz="1400" b="1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Representante Legal</a:t>
            </a: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Capacitador  TP: </a:t>
            </a:r>
            <a:r>
              <a:rPr lang="es-E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25-3163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s-CO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A43D7D6-9AB8-96B5-45E6-4054A2BFB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827" y="5366436"/>
            <a:ext cx="1934585" cy="71637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67D1008-7D20-A61F-8308-C833ABCE9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479" y="5384110"/>
            <a:ext cx="1090604" cy="109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46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182787</TotalTime>
  <Words>144</Words>
  <Application>Microsoft Office PowerPoint</Application>
  <PresentationFormat>Carta (216 x 279 mm)</PresentationFormat>
  <Paragraphs>25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Freestyle Script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Camilo Delgado</cp:lastModifiedBy>
  <cp:revision>10</cp:revision>
  <cp:lastPrinted>2025-11-07T02:23:46Z</cp:lastPrinted>
  <dcterms:created xsi:type="dcterms:W3CDTF">2023-02-16T06:59:16Z</dcterms:created>
  <dcterms:modified xsi:type="dcterms:W3CDTF">2026-02-15T20:53:34Z</dcterms:modified>
</cp:coreProperties>
</file>